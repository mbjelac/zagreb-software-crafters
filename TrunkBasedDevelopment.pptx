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4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5" r:id="rId28"/>
    <p:sldId id="287" r:id="rId29"/>
    <p:sldId id="286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64F861-938F-9342-893E-FB05FAED222F}" v="33" dt="2026-01-12T16:24:05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41"/>
    <p:restoredTop sz="94692"/>
  </p:normalViewPr>
  <p:slideViewPr>
    <p:cSldViewPr snapToGrid="0">
      <p:cViewPr varScale="1">
        <p:scale>
          <a:sx n="152" d="100"/>
          <a:sy n="152" d="100"/>
        </p:scale>
        <p:origin x="1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voje Rančić" userId="4d5e72f7-9899-4446-a731-712d688119a9" providerId="ADAL" clId="{D74C820F-CFC2-5F9F-8FF2-6C13B4CC177F}"/>
    <pc:docChg chg="custSel addSld delSld modSld">
      <pc:chgData name="Hrvoje Rančić" userId="4d5e72f7-9899-4446-a731-712d688119a9" providerId="ADAL" clId="{D74C820F-CFC2-5F9F-8FF2-6C13B4CC177F}" dt="2026-01-12T16:24:05.006" v="4530" actId="20577"/>
      <pc:docMkLst>
        <pc:docMk/>
      </pc:docMkLst>
      <pc:sldChg chg="modNotesTx">
        <pc:chgData name="Hrvoje Rančić" userId="4d5e72f7-9899-4446-a731-712d688119a9" providerId="ADAL" clId="{D74C820F-CFC2-5F9F-8FF2-6C13B4CC177F}" dt="2026-01-12T15:07:12.045" v="1502" actId="20577"/>
        <pc:sldMkLst>
          <pc:docMk/>
          <pc:sldMk cId="4267449632" sldId="256"/>
        </pc:sldMkLst>
      </pc:sldChg>
      <pc:sldChg chg="modNotesTx">
        <pc:chgData name="Hrvoje Rančić" userId="4d5e72f7-9899-4446-a731-712d688119a9" providerId="ADAL" clId="{D74C820F-CFC2-5F9F-8FF2-6C13B4CC177F}" dt="2026-01-12T15:07:20.692" v="1538" actId="20577"/>
        <pc:sldMkLst>
          <pc:docMk/>
          <pc:sldMk cId="735649481" sldId="257"/>
        </pc:sldMkLst>
      </pc:sldChg>
      <pc:sldChg chg="modNotesTx">
        <pc:chgData name="Hrvoje Rančić" userId="4d5e72f7-9899-4446-a731-712d688119a9" providerId="ADAL" clId="{D74C820F-CFC2-5F9F-8FF2-6C13B4CC177F}" dt="2026-01-12T15:07:40.795" v="1572" actId="20577"/>
        <pc:sldMkLst>
          <pc:docMk/>
          <pc:sldMk cId="189501360" sldId="258"/>
        </pc:sldMkLst>
      </pc:sldChg>
      <pc:sldChg chg="modSp mod modNotesTx">
        <pc:chgData name="Hrvoje Rančić" userId="4d5e72f7-9899-4446-a731-712d688119a9" providerId="ADAL" clId="{D74C820F-CFC2-5F9F-8FF2-6C13B4CC177F}" dt="2026-01-12T15:11:02.241" v="2001" actId="20577"/>
        <pc:sldMkLst>
          <pc:docMk/>
          <pc:sldMk cId="2127327525" sldId="259"/>
        </pc:sldMkLst>
        <pc:spChg chg="mod">
          <ac:chgData name="Hrvoje Rančić" userId="4d5e72f7-9899-4446-a731-712d688119a9" providerId="ADAL" clId="{D74C820F-CFC2-5F9F-8FF2-6C13B4CC177F}" dt="2026-01-12T15:10:11.024" v="1799" actId="20577"/>
          <ac:spMkLst>
            <pc:docMk/>
            <pc:sldMk cId="2127327525" sldId="259"/>
            <ac:spMk id="3" creationId="{3CE1853A-58FA-0C3F-677A-C799BD37F19B}"/>
          </ac:spMkLst>
        </pc:spChg>
      </pc:sldChg>
      <pc:sldChg chg="modNotesTx">
        <pc:chgData name="Hrvoje Rančić" userId="4d5e72f7-9899-4446-a731-712d688119a9" providerId="ADAL" clId="{D74C820F-CFC2-5F9F-8FF2-6C13B4CC177F}" dt="2026-01-12T15:14:35.613" v="2239" actId="20577"/>
        <pc:sldMkLst>
          <pc:docMk/>
          <pc:sldMk cId="3640961961" sldId="261"/>
        </pc:sldMkLst>
      </pc:sldChg>
      <pc:sldChg chg="modNotesTx">
        <pc:chgData name="Hrvoje Rančić" userId="4d5e72f7-9899-4446-a731-712d688119a9" providerId="ADAL" clId="{D74C820F-CFC2-5F9F-8FF2-6C13B4CC177F}" dt="2026-01-12T15:19:53.185" v="2556" actId="20577"/>
        <pc:sldMkLst>
          <pc:docMk/>
          <pc:sldMk cId="2028990059" sldId="263"/>
        </pc:sldMkLst>
      </pc:sldChg>
      <pc:sldChg chg="modNotesTx">
        <pc:chgData name="Hrvoje Rančić" userId="4d5e72f7-9899-4446-a731-712d688119a9" providerId="ADAL" clId="{D74C820F-CFC2-5F9F-8FF2-6C13B4CC177F}" dt="2026-01-12T15:22:02.716" v="2834" actId="20577"/>
        <pc:sldMkLst>
          <pc:docMk/>
          <pc:sldMk cId="3118187602" sldId="266"/>
        </pc:sldMkLst>
      </pc:sldChg>
      <pc:sldChg chg="modNotesTx">
        <pc:chgData name="Hrvoje Rančić" userId="4d5e72f7-9899-4446-a731-712d688119a9" providerId="ADAL" clId="{D74C820F-CFC2-5F9F-8FF2-6C13B4CC177F}" dt="2026-01-12T15:28:08.630" v="3312" actId="20577"/>
        <pc:sldMkLst>
          <pc:docMk/>
          <pc:sldMk cId="2029479411" sldId="270"/>
        </pc:sldMkLst>
      </pc:sldChg>
      <pc:sldChg chg="modNotesTx">
        <pc:chgData name="Hrvoje Rančić" userId="4d5e72f7-9899-4446-a731-712d688119a9" providerId="ADAL" clId="{D74C820F-CFC2-5F9F-8FF2-6C13B4CC177F}" dt="2026-01-12T15:30:45.887" v="3410" actId="20577"/>
        <pc:sldMkLst>
          <pc:docMk/>
          <pc:sldMk cId="1999565795" sldId="273"/>
        </pc:sldMkLst>
      </pc:sldChg>
      <pc:sldChg chg="modNotesTx">
        <pc:chgData name="Hrvoje Rančić" userId="4d5e72f7-9899-4446-a731-712d688119a9" providerId="ADAL" clId="{D74C820F-CFC2-5F9F-8FF2-6C13B4CC177F}" dt="2026-01-12T15:27:29.010" v="3246" actId="20577"/>
        <pc:sldMkLst>
          <pc:docMk/>
          <pc:sldMk cId="134212858" sldId="274"/>
        </pc:sldMkLst>
      </pc:sldChg>
      <pc:sldChg chg="modSp mod">
        <pc:chgData name="Hrvoje Rančić" userId="4d5e72f7-9899-4446-a731-712d688119a9" providerId="ADAL" clId="{D74C820F-CFC2-5F9F-8FF2-6C13B4CC177F}" dt="2026-01-12T14:39:57.487" v="681" actId="113"/>
        <pc:sldMkLst>
          <pc:docMk/>
          <pc:sldMk cId="2436482203" sldId="275"/>
        </pc:sldMkLst>
        <pc:spChg chg="mod">
          <ac:chgData name="Hrvoje Rančić" userId="4d5e72f7-9899-4446-a731-712d688119a9" providerId="ADAL" clId="{D74C820F-CFC2-5F9F-8FF2-6C13B4CC177F}" dt="2026-01-12T14:39:57.487" v="681" actId="113"/>
          <ac:spMkLst>
            <pc:docMk/>
            <pc:sldMk cId="2436482203" sldId="275"/>
            <ac:spMk id="3" creationId="{FD8677EF-E21F-4907-579D-E1213BBB46BA}"/>
          </ac:spMkLst>
        </pc:spChg>
      </pc:sldChg>
      <pc:sldChg chg="modNotesTx">
        <pc:chgData name="Hrvoje Rančić" userId="4d5e72f7-9899-4446-a731-712d688119a9" providerId="ADAL" clId="{D74C820F-CFC2-5F9F-8FF2-6C13B4CC177F}" dt="2026-01-12T15:34:58.480" v="3514" actId="20577"/>
        <pc:sldMkLst>
          <pc:docMk/>
          <pc:sldMk cId="744839781" sldId="276"/>
        </pc:sldMkLst>
      </pc:sldChg>
      <pc:sldChg chg="modNotesTx">
        <pc:chgData name="Hrvoje Rančić" userId="4d5e72f7-9899-4446-a731-712d688119a9" providerId="ADAL" clId="{D74C820F-CFC2-5F9F-8FF2-6C13B4CC177F}" dt="2026-01-12T15:38:45.447" v="4194" actId="20577"/>
        <pc:sldMkLst>
          <pc:docMk/>
          <pc:sldMk cId="2119121044" sldId="277"/>
        </pc:sldMkLst>
      </pc:sldChg>
      <pc:sldChg chg="modNotesTx">
        <pc:chgData name="Hrvoje Rančić" userId="4d5e72f7-9899-4446-a731-712d688119a9" providerId="ADAL" clId="{D74C820F-CFC2-5F9F-8FF2-6C13B4CC177F}" dt="2026-01-12T15:40:08.509" v="4310" actId="20577"/>
        <pc:sldMkLst>
          <pc:docMk/>
          <pc:sldMk cId="905371062" sldId="278"/>
        </pc:sldMkLst>
      </pc:sldChg>
      <pc:sldChg chg="modNotesTx">
        <pc:chgData name="Hrvoje Rančić" userId="4d5e72f7-9899-4446-a731-712d688119a9" providerId="ADAL" clId="{D74C820F-CFC2-5F9F-8FF2-6C13B4CC177F}" dt="2026-01-12T15:40:37.367" v="4374" actId="20577"/>
        <pc:sldMkLst>
          <pc:docMk/>
          <pc:sldMk cId="2876581766" sldId="279"/>
        </pc:sldMkLst>
      </pc:sldChg>
      <pc:sldChg chg="addSp delSp modSp new mod modNotesTx">
        <pc:chgData name="Hrvoje Rančić" userId="4d5e72f7-9899-4446-a731-712d688119a9" providerId="ADAL" clId="{D74C820F-CFC2-5F9F-8FF2-6C13B4CC177F}" dt="2026-01-12T15:41:28.064" v="4515" actId="20577"/>
        <pc:sldMkLst>
          <pc:docMk/>
          <pc:sldMk cId="1045525215" sldId="280"/>
        </pc:sldMkLst>
        <pc:spChg chg="mod">
          <ac:chgData name="Hrvoje Rančić" userId="4d5e72f7-9899-4446-a731-712d688119a9" providerId="ADAL" clId="{D74C820F-CFC2-5F9F-8FF2-6C13B4CC177F}" dt="2026-01-12T14:25:37.685" v="28" actId="20577"/>
          <ac:spMkLst>
            <pc:docMk/>
            <pc:sldMk cId="1045525215" sldId="280"/>
            <ac:spMk id="2" creationId="{CBBADD27-953F-5DDA-F8CD-7EA0ADE856DB}"/>
          </ac:spMkLst>
        </pc:spChg>
        <pc:spChg chg="del">
          <ac:chgData name="Hrvoje Rančić" userId="4d5e72f7-9899-4446-a731-712d688119a9" providerId="ADAL" clId="{D74C820F-CFC2-5F9F-8FF2-6C13B4CC177F}" dt="2026-01-12T14:26:04.113" v="29" actId="931"/>
          <ac:spMkLst>
            <pc:docMk/>
            <pc:sldMk cId="1045525215" sldId="280"/>
            <ac:spMk id="3" creationId="{1FED9572-6C4F-230C-DA91-DBA237A3511F}"/>
          </ac:spMkLst>
        </pc:spChg>
        <pc:picChg chg="add mod">
          <ac:chgData name="Hrvoje Rančić" userId="4d5e72f7-9899-4446-a731-712d688119a9" providerId="ADAL" clId="{D74C820F-CFC2-5F9F-8FF2-6C13B4CC177F}" dt="2026-01-12T14:26:07.533" v="32" actId="14100"/>
          <ac:picMkLst>
            <pc:docMk/>
            <pc:sldMk cId="1045525215" sldId="280"/>
            <ac:picMk id="5" creationId="{E1024270-52EF-38C6-0859-889B99649711}"/>
          </ac:picMkLst>
        </pc:picChg>
      </pc:sldChg>
      <pc:sldChg chg="addSp delSp modSp new mod">
        <pc:chgData name="Hrvoje Rančić" userId="4d5e72f7-9899-4446-a731-712d688119a9" providerId="ADAL" clId="{D74C820F-CFC2-5F9F-8FF2-6C13B4CC177F}" dt="2026-01-12T14:27:05.030" v="38" actId="14100"/>
        <pc:sldMkLst>
          <pc:docMk/>
          <pc:sldMk cId="3766406792" sldId="281"/>
        </pc:sldMkLst>
        <pc:spChg chg="mod">
          <ac:chgData name="Hrvoje Rančić" userId="4d5e72f7-9899-4446-a731-712d688119a9" providerId="ADAL" clId="{D74C820F-CFC2-5F9F-8FF2-6C13B4CC177F}" dt="2026-01-12T14:26:32.330" v="34"/>
          <ac:spMkLst>
            <pc:docMk/>
            <pc:sldMk cId="3766406792" sldId="281"/>
            <ac:spMk id="2" creationId="{E7511B15-7370-FCA3-70A9-027FED9CE0F2}"/>
          </ac:spMkLst>
        </pc:spChg>
        <pc:spChg chg="del">
          <ac:chgData name="Hrvoje Rančić" userId="4d5e72f7-9899-4446-a731-712d688119a9" providerId="ADAL" clId="{D74C820F-CFC2-5F9F-8FF2-6C13B4CC177F}" dt="2026-01-12T14:27:01.470" v="35" actId="931"/>
          <ac:spMkLst>
            <pc:docMk/>
            <pc:sldMk cId="3766406792" sldId="281"/>
            <ac:spMk id="3" creationId="{473D3BED-263F-BFE7-0C00-682AFE33EB7F}"/>
          </ac:spMkLst>
        </pc:spChg>
        <pc:picChg chg="add mod">
          <ac:chgData name="Hrvoje Rančić" userId="4d5e72f7-9899-4446-a731-712d688119a9" providerId="ADAL" clId="{D74C820F-CFC2-5F9F-8FF2-6C13B4CC177F}" dt="2026-01-12T14:27:05.030" v="38" actId="14100"/>
          <ac:picMkLst>
            <pc:docMk/>
            <pc:sldMk cId="3766406792" sldId="281"/>
            <ac:picMk id="5" creationId="{3F464F62-64A5-7FDF-554F-D2F22F43FD54}"/>
          </ac:picMkLst>
        </pc:picChg>
      </pc:sldChg>
      <pc:sldChg chg="modSp new mod">
        <pc:chgData name="Hrvoje Rančić" userId="4d5e72f7-9899-4446-a731-712d688119a9" providerId="ADAL" clId="{D74C820F-CFC2-5F9F-8FF2-6C13B4CC177F}" dt="2026-01-12T14:50:37.371" v="847" actId="20577"/>
        <pc:sldMkLst>
          <pc:docMk/>
          <pc:sldMk cId="327219172" sldId="282"/>
        </pc:sldMkLst>
        <pc:spChg chg="mod">
          <ac:chgData name="Hrvoje Rančić" userId="4d5e72f7-9899-4446-a731-712d688119a9" providerId="ADAL" clId="{D74C820F-CFC2-5F9F-8FF2-6C13B4CC177F}" dt="2026-01-12T14:45:09.255" v="770" actId="20577"/>
          <ac:spMkLst>
            <pc:docMk/>
            <pc:sldMk cId="327219172" sldId="282"/>
            <ac:spMk id="2" creationId="{A13A0491-93BD-6FC9-F6CC-354F1299E711}"/>
          </ac:spMkLst>
        </pc:spChg>
        <pc:spChg chg="mod">
          <ac:chgData name="Hrvoje Rančić" userId="4d5e72f7-9899-4446-a731-712d688119a9" providerId="ADAL" clId="{D74C820F-CFC2-5F9F-8FF2-6C13B4CC177F}" dt="2026-01-12T14:50:37.371" v="847" actId="20577"/>
          <ac:spMkLst>
            <pc:docMk/>
            <pc:sldMk cId="327219172" sldId="282"/>
            <ac:spMk id="3" creationId="{707ADD99-AEE4-331C-1CCD-B84E0328434E}"/>
          </ac:spMkLst>
        </pc:spChg>
      </pc:sldChg>
      <pc:sldChg chg="modSp new mod">
        <pc:chgData name="Hrvoje Rančić" userId="4d5e72f7-9899-4446-a731-712d688119a9" providerId="ADAL" clId="{D74C820F-CFC2-5F9F-8FF2-6C13B4CC177F}" dt="2026-01-12T16:24:05.006" v="4530" actId="20577"/>
        <pc:sldMkLst>
          <pc:docMk/>
          <pc:sldMk cId="2829229495" sldId="283"/>
        </pc:sldMkLst>
        <pc:spChg chg="mod">
          <ac:chgData name="Hrvoje Rančić" userId="4d5e72f7-9899-4446-a731-712d688119a9" providerId="ADAL" clId="{D74C820F-CFC2-5F9F-8FF2-6C13B4CC177F}" dt="2026-01-12T14:27:35.173" v="49" actId="20577"/>
          <ac:spMkLst>
            <pc:docMk/>
            <pc:sldMk cId="2829229495" sldId="283"/>
            <ac:spMk id="2" creationId="{9E3C873C-D957-9750-802F-7C61ACC758CC}"/>
          </ac:spMkLst>
        </pc:spChg>
        <pc:spChg chg="mod">
          <ac:chgData name="Hrvoje Rančić" userId="4d5e72f7-9899-4446-a731-712d688119a9" providerId="ADAL" clId="{D74C820F-CFC2-5F9F-8FF2-6C13B4CC177F}" dt="2026-01-12T16:24:05.006" v="4530" actId="20577"/>
          <ac:spMkLst>
            <pc:docMk/>
            <pc:sldMk cId="2829229495" sldId="283"/>
            <ac:spMk id="3" creationId="{ECFEBE1F-9BF1-B6C9-854F-36EF54DDD6CA}"/>
          </ac:spMkLst>
        </pc:spChg>
      </pc:sldChg>
      <pc:sldChg chg="modSp new del mod">
        <pc:chgData name="Hrvoje Rančić" userId="4d5e72f7-9899-4446-a731-712d688119a9" providerId="ADAL" clId="{D74C820F-CFC2-5F9F-8FF2-6C13B4CC177F}" dt="2026-01-12T14:54:57.440" v="1247" actId="2696"/>
        <pc:sldMkLst>
          <pc:docMk/>
          <pc:sldMk cId="3524594707" sldId="284"/>
        </pc:sldMkLst>
        <pc:spChg chg="mod">
          <ac:chgData name="Hrvoje Rančić" userId="4d5e72f7-9899-4446-a731-712d688119a9" providerId="ADAL" clId="{D74C820F-CFC2-5F9F-8FF2-6C13B4CC177F}" dt="2026-01-12T14:27:55.646" v="60" actId="20577"/>
          <ac:spMkLst>
            <pc:docMk/>
            <pc:sldMk cId="3524594707" sldId="284"/>
            <ac:spMk id="2" creationId="{46F889F3-44A7-154C-A238-7DE8DECA2CA0}"/>
          </ac:spMkLst>
        </pc:spChg>
      </pc:sldChg>
      <pc:sldChg chg="addSp delSp modSp new mod">
        <pc:chgData name="Hrvoje Rančić" userId="4d5e72f7-9899-4446-a731-712d688119a9" providerId="ADAL" clId="{D74C820F-CFC2-5F9F-8FF2-6C13B4CC177F}" dt="2026-01-12T14:48:55.696" v="798" actId="14100"/>
        <pc:sldMkLst>
          <pc:docMk/>
          <pc:sldMk cId="1650501445" sldId="285"/>
        </pc:sldMkLst>
        <pc:spChg chg="mod">
          <ac:chgData name="Hrvoje Rančić" userId="4d5e72f7-9899-4446-a731-712d688119a9" providerId="ADAL" clId="{D74C820F-CFC2-5F9F-8FF2-6C13B4CC177F}" dt="2026-01-12T14:45:28.349" v="789" actId="20577"/>
          <ac:spMkLst>
            <pc:docMk/>
            <pc:sldMk cId="1650501445" sldId="285"/>
            <ac:spMk id="2" creationId="{AF55EAB5-1B19-30B0-DCCA-703F8B5B0B3B}"/>
          </ac:spMkLst>
        </pc:spChg>
        <pc:spChg chg="del mod">
          <ac:chgData name="Hrvoje Rančić" userId="4d5e72f7-9899-4446-a731-712d688119a9" providerId="ADAL" clId="{D74C820F-CFC2-5F9F-8FF2-6C13B4CC177F}" dt="2026-01-12T14:46:50.662" v="790" actId="931"/>
          <ac:spMkLst>
            <pc:docMk/>
            <pc:sldMk cId="1650501445" sldId="285"/>
            <ac:spMk id="3" creationId="{600AB0B4-CF69-BA55-A7C1-A6227DBA1027}"/>
          </ac:spMkLst>
        </pc:spChg>
        <pc:spChg chg="add mod">
          <ac:chgData name="Hrvoje Rančić" userId="4d5e72f7-9899-4446-a731-712d688119a9" providerId="ADAL" clId="{D74C820F-CFC2-5F9F-8FF2-6C13B4CC177F}" dt="2026-01-12T14:48:55.696" v="798" actId="14100"/>
          <ac:spMkLst>
            <pc:docMk/>
            <pc:sldMk cId="1650501445" sldId="285"/>
            <ac:spMk id="7" creationId="{F33FEF6A-D99D-7A89-4E36-243396CD405D}"/>
          </ac:spMkLst>
        </pc:spChg>
        <pc:picChg chg="add mod">
          <ac:chgData name="Hrvoje Rančić" userId="4d5e72f7-9899-4446-a731-712d688119a9" providerId="ADAL" clId="{D74C820F-CFC2-5F9F-8FF2-6C13B4CC177F}" dt="2026-01-12T14:46:58.735" v="795" actId="14100"/>
          <ac:picMkLst>
            <pc:docMk/>
            <pc:sldMk cId="1650501445" sldId="285"/>
            <ac:picMk id="5" creationId="{C16F4FD8-9203-1B78-5F0A-261B95BE05F8}"/>
          </ac:picMkLst>
        </pc:picChg>
      </pc:sldChg>
      <pc:sldChg chg="modSp new mod">
        <pc:chgData name="Hrvoje Rančić" userId="4d5e72f7-9899-4446-a731-712d688119a9" providerId="ADAL" clId="{D74C820F-CFC2-5F9F-8FF2-6C13B4CC177F}" dt="2026-01-12T14:53:37.403" v="1246" actId="20577"/>
        <pc:sldMkLst>
          <pc:docMk/>
          <pc:sldMk cId="3164253203" sldId="286"/>
        </pc:sldMkLst>
        <pc:spChg chg="mod">
          <ac:chgData name="Hrvoje Rančić" userId="4d5e72f7-9899-4446-a731-712d688119a9" providerId="ADAL" clId="{D74C820F-CFC2-5F9F-8FF2-6C13B4CC177F}" dt="2026-01-12T14:51:19.765" v="890" actId="20577"/>
          <ac:spMkLst>
            <pc:docMk/>
            <pc:sldMk cId="3164253203" sldId="286"/>
            <ac:spMk id="2" creationId="{CC049637-5A98-CF50-C2CF-AD33AD85F484}"/>
          </ac:spMkLst>
        </pc:spChg>
        <pc:spChg chg="mod">
          <ac:chgData name="Hrvoje Rančić" userId="4d5e72f7-9899-4446-a731-712d688119a9" providerId="ADAL" clId="{D74C820F-CFC2-5F9F-8FF2-6C13B4CC177F}" dt="2026-01-12T14:53:28.636" v="1216" actId="20577"/>
          <ac:spMkLst>
            <pc:docMk/>
            <pc:sldMk cId="3164253203" sldId="286"/>
            <ac:spMk id="3" creationId="{E90068DE-227D-3DCB-DEE4-13758812EA5C}"/>
          </ac:spMkLst>
        </pc:spChg>
        <pc:spChg chg="mod">
          <ac:chgData name="Hrvoje Rančić" userId="4d5e72f7-9899-4446-a731-712d688119a9" providerId="ADAL" clId="{D74C820F-CFC2-5F9F-8FF2-6C13B4CC177F}" dt="2026-01-12T14:53:37.403" v="1246" actId="20577"/>
          <ac:spMkLst>
            <pc:docMk/>
            <pc:sldMk cId="3164253203" sldId="286"/>
            <ac:spMk id="4" creationId="{3EF7E76A-80AD-8BAB-1E35-F8094A1314E7}"/>
          </ac:spMkLst>
        </pc:spChg>
      </pc:sldChg>
      <pc:sldChg chg="addSp delSp modSp new mod">
        <pc:chgData name="Hrvoje Rančić" userId="4d5e72f7-9899-4446-a731-712d688119a9" providerId="ADAL" clId="{D74C820F-CFC2-5F9F-8FF2-6C13B4CC177F}" dt="2026-01-12T15:00:27.616" v="1336" actId="1076"/>
        <pc:sldMkLst>
          <pc:docMk/>
          <pc:sldMk cId="176760230" sldId="287"/>
        </pc:sldMkLst>
        <pc:spChg chg="mod">
          <ac:chgData name="Hrvoje Rančić" userId="4d5e72f7-9899-4446-a731-712d688119a9" providerId="ADAL" clId="{D74C820F-CFC2-5F9F-8FF2-6C13B4CC177F}" dt="2026-01-12T14:58:47.996" v="1315" actId="20577"/>
          <ac:spMkLst>
            <pc:docMk/>
            <pc:sldMk cId="176760230" sldId="287"/>
            <ac:spMk id="2" creationId="{1EFA1977-2530-6EC8-F489-54043980C916}"/>
          </ac:spMkLst>
        </pc:spChg>
        <pc:spChg chg="del">
          <ac:chgData name="Hrvoje Rančić" userId="4d5e72f7-9899-4446-a731-712d688119a9" providerId="ADAL" clId="{D74C820F-CFC2-5F9F-8FF2-6C13B4CC177F}" dt="2026-01-12T14:59:12.175" v="1316" actId="931"/>
          <ac:spMkLst>
            <pc:docMk/>
            <pc:sldMk cId="176760230" sldId="287"/>
            <ac:spMk id="3" creationId="{655CF1E5-2AE8-4991-8AB0-86FC55C0311B}"/>
          </ac:spMkLst>
        </pc:spChg>
        <pc:spChg chg="add mod">
          <ac:chgData name="Hrvoje Rančić" userId="4d5e72f7-9899-4446-a731-712d688119a9" providerId="ADAL" clId="{D74C820F-CFC2-5F9F-8FF2-6C13B4CC177F}" dt="2026-01-12T15:00:27.616" v="1336" actId="1076"/>
          <ac:spMkLst>
            <pc:docMk/>
            <pc:sldMk cId="176760230" sldId="287"/>
            <ac:spMk id="7" creationId="{F71C7C35-E62A-0BCC-F8AF-33D179674C4C}"/>
          </ac:spMkLst>
        </pc:spChg>
        <pc:picChg chg="add mod">
          <ac:chgData name="Hrvoje Rančić" userId="4d5e72f7-9899-4446-a731-712d688119a9" providerId="ADAL" clId="{D74C820F-CFC2-5F9F-8FF2-6C13B4CC177F}" dt="2026-01-12T14:59:21.008" v="1322" actId="14100"/>
          <ac:picMkLst>
            <pc:docMk/>
            <pc:sldMk cId="176760230" sldId="287"/>
            <ac:picMk id="5" creationId="{663BCB36-48F0-05B8-7DC7-621FF7B0499F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1:49:56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9D27B-0471-FC43-88B3-C5771F72F780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2DCBC-C060-E346-8962-51F710E9A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61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- 7 </a:t>
            </a:r>
            <a:r>
              <a:rPr lang="en-US" dirty="0" err="1"/>
              <a:t>godina</a:t>
            </a:r>
            <a:endParaRPr lang="en-US" dirty="0"/>
          </a:p>
          <a:p>
            <a:endParaRPr lang="en-US" dirty="0"/>
          </a:p>
          <a:p>
            <a:r>
              <a:rPr lang="en-US" dirty="0"/>
              <a:t>- 5 </a:t>
            </a:r>
            <a:r>
              <a:rPr lang="en-US" dirty="0" err="1"/>
              <a:t>i</a:t>
            </a:r>
            <a:r>
              <a:rPr lang="en-US" dirty="0"/>
              <a:t> pol </a:t>
            </a:r>
            <a:r>
              <a:rPr lang="en-US" dirty="0" err="1"/>
              <a:t>godina</a:t>
            </a:r>
            <a:r>
              <a:rPr lang="en-US" dirty="0"/>
              <a:t> feature branching</a:t>
            </a:r>
          </a:p>
          <a:p>
            <a:r>
              <a:rPr lang="en-US" dirty="0"/>
              <a:t>- 1 </a:t>
            </a:r>
            <a:r>
              <a:rPr lang="en-US" dirty="0" err="1"/>
              <a:t>i</a:t>
            </a:r>
            <a:r>
              <a:rPr lang="en-US" dirty="0"/>
              <a:t> pol </a:t>
            </a:r>
            <a:r>
              <a:rPr lang="en-US" dirty="0" err="1"/>
              <a:t>godinu</a:t>
            </a:r>
            <a:r>
              <a:rPr lang="en-US" dirty="0"/>
              <a:t> trunk-based development</a:t>
            </a:r>
          </a:p>
          <a:p>
            <a:endParaRPr lang="en-US" dirty="0"/>
          </a:p>
          <a:p>
            <a:r>
              <a:rPr lang="en-US" dirty="0" err="1"/>
              <a:t>tl</a:t>
            </a:r>
            <a:r>
              <a:rPr lang="en-US" dirty="0"/>
              <a:t>, dr: just push to master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0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Ipak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toliko</a:t>
            </a:r>
            <a:r>
              <a:rPr lang="en-US" dirty="0"/>
              <a:t> </a:t>
            </a:r>
            <a:r>
              <a:rPr lang="en-US" dirty="0" err="1"/>
              <a:t>jednostavno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39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70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najefikasnije</a:t>
            </a:r>
            <a:r>
              <a:rPr lang="en-US" dirty="0"/>
              <a:t> </a:t>
            </a:r>
            <a:r>
              <a:rPr lang="en-US" dirty="0" err="1"/>
              <a:t>raditi</a:t>
            </a:r>
            <a:r>
              <a:rPr lang="en-US" dirty="0"/>
              <a:t> </a:t>
            </a:r>
            <a:r>
              <a:rPr lang="en-US" dirty="0" err="1"/>
              <a:t>promjene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samom</a:t>
            </a:r>
            <a:r>
              <a:rPr lang="en-US" dirty="0"/>
              <a:t> </a:t>
            </a:r>
            <a:r>
              <a:rPr lang="en-US" dirty="0" err="1"/>
              <a:t>kodu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se </a:t>
            </a:r>
            <a:r>
              <a:rPr lang="en-US" dirty="0" err="1"/>
              <a:t>mijenjati</a:t>
            </a:r>
            <a:r>
              <a:rPr lang="en-US" dirty="0"/>
              <a:t> mora</a:t>
            </a:r>
          </a:p>
          <a:p>
            <a:r>
              <a:rPr lang="en-US" dirty="0"/>
              <a:t>- koji je </a:t>
            </a:r>
            <a:r>
              <a:rPr lang="en-US" dirty="0" err="1"/>
              <a:t>nacin</a:t>
            </a:r>
            <a:r>
              <a:rPr lang="en-US" dirty="0"/>
              <a:t> </a:t>
            </a:r>
            <a:r>
              <a:rPr lang="en-US" dirty="0" err="1"/>
              <a:t>radjenja</a:t>
            </a:r>
            <a:r>
              <a:rPr lang="en-US" dirty="0"/>
              <a:t> </a:t>
            </a:r>
            <a:r>
              <a:rPr lang="en-US" dirty="0" err="1"/>
              <a:t>promjena</a:t>
            </a:r>
            <a:r>
              <a:rPr lang="en-US" dirty="0"/>
              <a:t> </a:t>
            </a:r>
            <a:r>
              <a:rPr lang="en-US" dirty="0" err="1"/>
              <a:t>ekonomski</a:t>
            </a:r>
            <a:r>
              <a:rPr lang="en-US" dirty="0"/>
              <a:t> </a:t>
            </a:r>
            <a:r>
              <a:rPr lang="en-US" dirty="0" err="1"/>
              <a:t>najisplativiji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obicno</a:t>
            </a:r>
            <a:r>
              <a:rPr lang="en-US" dirty="0"/>
              <a:t> ne </a:t>
            </a:r>
            <a:r>
              <a:rPr lang="en-US" dirty="0" err="1"/>
              <a:t>razmisljamo</a:t>
            </a:r>
            <a:r>
              <a:rPr lang="en-US" dirty="0"/>
              <a:t> o tome </a:t>
            </a:r>
            <a:r>
              <a:rPr lang="en-US" dirty="0" err="1"/>
              <a:t>kao</a:t>
            </a:r>
            <a:r>
              <a:rPr lang="en-US" dirty="0"/>
              <a:t> o </a:t>
            </a:r>
            <a:r>
              <a:rPr lang="en-US" dirty="0" err="1"/>
              <a:t>ekonomskoj</a:t>
            </a:r>
            <a:r>
              <a:rPr lang="en-US" dirty="0"/>
              <a:t> </a:t>
            </a:r>
            <a:r>
              <a:rPr lang="en-US" dirty="0" err="1"/>
              <a:t>odluci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o tome se </a:t>
            </a:r>
            <a:r>
              <a:rPr lang="en-US" dirty="0" err="1"/>
              <a:t>zapravo</a:t>
            </a:r>
            <a:r>
              <a:rPr lang="en-US" dirty="0"/>
              <a:t> </a:t>
            </a:r>
            <a:r>
              <a:rPr lang="en-US" dirty="0" err="1"/>
              <a:t>radi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5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dobro </a:t>
            </a:r>
            <a:r>
              <a:rPr lang="en-US" dirty="0" err="1"/>
              <a:t>dusevno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developera</a:t>
            </a:r>
            <a:r>
              <a:rPr lang="en-US" dirty="0"/>
              <a:t> je </a:t>
            </a:r>
            <a:r>
              <a:rPr lang="en-US" dirty="0" err="1"/>
              <a:t>isto</a:t>
            </a:r>
            <a:r>
              <a:rPr lang="en-US" dirty="0"/>
              <a:t> </a:t>
            </a:r>
            <a:r>
              <a:rPr lang="en-US" dirty="0" err="1"/>
              <a:t>kompetitvna</a:t>
            </a:r>
            <a:r>
              <a:rPr lang="en-US" dirty="0"/>
              <a:t> </a:t>
            </a:r>
            <a:r>
              <a:rPr lang="en-US" dirty="0" err="1"/>
              <a:t>prednost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treba</a:t>
            </a:r>
            <a:r>
              <a:rPr lang="en-US" dirty="0"/>
              <a:t> bit </a:t>
            </a:r>
            <a:r>
              <a:rPr lang="en-US" dirty="0" err="1"/>
              <a:t>oprezan</a:t>
            </a:r>
            <a:r>
              <a:rPr lang="en-US" dirty="0"/>
              <a:t>,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developerima</a:t>
            </a:r>
            <a:r>
              <a:rPr lang="en-US" dirty="0"/>
              <a:t> </a:t>
            </a:r>
            <a:r>
              <a:rPr lang="en-US" dirty="0" err="1"/>
              <a:t>predlozite</a:t>
            </a:r>
            <a:r>
              <a:rPr lang="en-US" dirty="0"/>
              <a:t> trunk based development </a:t>
            </a:r>
            <a:r>
              <a:rPr lang="en-US" dirty="0" err="1"/>
              <a:t>nekima</a:t>
            </a:r>
            <a:r>
              <a:rPr lang="en-US" dirty="0"/>
              <a:t> se </a:t>
            </a:r>
            <a:r>
              <a:rPr lang="en-US" dirty="0" err="1"/>
              <a:t>nece</a:t>
            </a:r>
            <a:r>
              <a:rPr lang="en-US" dirty="0"/>
              <a:t> </a:t>
            </a:r>
            <a:r>
              <a:rPr lang="en-US" dirty="0" err="1"/>
              <a:t>svidjeti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89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40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pipeline </a:t>
            </a:r>
            <a:r>
              <a:rPr lang="en-US" dirty="0" err="1"/>
              <a:t>nije</a:t>
            </a:r>
            <a:r>
              <a:rPr lang="en-US" dirty="0"/>
              <a:t> ci</a:t>
            </a:r>
          </a:p>
          <a:p>
            <a:r>
              <a:rPr lang="en-US" dirty="0" err="1"/>
              <a:t>jenkins</a:t>
            </a:r>
            <a:r>
              <a:rPr lang="en-US" dirty="0"/>
              <a:t> plus git server</a:t>
            </a:r>
          </a:p>
          <a:p>
            <a:r>
              <a:rPr lang="en-US" dirty="0" err="1"/>
              <a:t>github</a:t>
            </a:r>
            <a:r>
              <a:rPr lang="en-US" dirty="0"/>
              <a:t> actions </a:t>
            </a:r>
            <a:r>
              <a:rPr lang="en-US" dirty="0" err="1"/>
              <a:t>i</a:t>
            </a:r>
            <a:r>
              <a:rPr lang="en-US" dirty="0"/>
              <a:t> sl. to je </a:t>
            </a:r>
            <a:r>
              <a:rPr lang="en-US" dirty="0" err="1"/>
              <a:t>tehnologija</a:t>
            </a:r>
            <a:endParaRPr lang="en-US" dirty="0"/>
          </a:p>
          <a:p>
            <a:r>
              <a:rPr lang="en-US" dirty="0"/>
              <a:t>ci je </a:t>
            </a:r>
            <a:r>
              <a:rPr lang="en-US" dirty="0" err="1"/>
              <a:t>praksa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ako</a:t>
            </a:r>
            <a:r>
              <a:rPr lang="en-US" dirty="0"/>
              <a:t> ne </a:t>
            </a:r>
            <a:r>
              <a:rPr lang="en-US" dirty="0" err="1"/>
              <a:t>integrirate</a:t>
            </a:r>
            <a:r>
              <a:rPr lang="en-US" dirty="0"/>
              <a:t> </a:t>
            </a:r>
            <a:r>
              <a:rPr lang="en-US" dirty="0" err="1"/>
              <a:t>promjene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dnevno</a:t>
            </a:r>
            <a:r>
              <a:rPr lang="en-US" dirty="0"/>
              <a:t> ne </a:t>
            </a:r>
            <a:r>
              <a:rPr lang="en-US" dirty="0" err="1"/>
              <a:t>radite</a:t>
            </a:r>
            <a:r>
              <a:rPr lang="en-US" dirty="0"/>
              <a:t> ci</a:t>
            </a:r>
          </a:p>
          <a:p>
            <a:endParaRPr lang="en-US" dirty="0"/>
          </a:p>
          <a:p>
            <a:r>
              <a:rPr lang="en-US" dirty="0" err="1"/>
              <a:t>Najcesci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integriranju</a:t>
            </a:r>
            <a:r>
              <a:rPr lang="en-US" dirty="0"/>
              <a:t> </a:t>
            </a:r>
            <a:r>
              <a:rPr lang="en-US" dirty="0" err="1"/>
              <a:t>koda</a:t>
            </a:r>
            <a:r>
              <a:rPr lang="en-US" dirty="0"/>
              <a:t> je feature branching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487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Taj je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nastao</a:t>
            </a:r>
            <a:r>
              <a:rPr lang="en-US" dirty="0"/>
              <a:t> u low trust </a:t>
            </a:r>
            <a:r>
              <a:rPr lang="en-US" dirty="0" err="1"/>
              <a:t>environmentu</a:t>
            </a:r>
            <a:endParaRPr lang="en-US" dirty="0"/>
          </a:p>
          <a:p>
            <a:endParaRPr lang="en-US" dirty="0"/>
          </a:p>
          <a:p>
            <a:r>
              <a:rPr lang="en-US" dirty="0"/>
              <a:t>core maintainers </a:t>
            </a:r>
            <a:r>
              <a:rPr lang="en-US" dirty="0" err="1"/>
              <a:t>kontrola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projektom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contributori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cijelog</a:t>
            </a:r>
            <a:r>
              <a:rPr lang="en-US" dirty="0"/>
              <a:t> </a:t>
            </a:r>
            <a:r>
              <a:rPr lang="en-US" dirty="0" err="1"/>
              <a:t>svijeta</a:t>
            </a:r>
            <a:endParaRPr lang="en-US" dirty="0"/>
          </a:p>
          <a:p>
            <a:endParaRPr lang="en-US" dirty="0"/>
          </a:p>
          <a:p>
            <a:r>
              <a:rPr lang="en-US" dirty="0"/>
              <a:t>git je </a:t>
            </a:r>
            <a:r>
              <a:rPr lang="en-US" dirty="0" err="1"/>
              <a:t>razvio</a:t>
            </a:r>
            <a:r>
              <a:rPr lang="en-US" dirty="0"/>
              <a:t> Linus </a:t>
            </a:r>
            <a:r>
              <a:rPr lang="en-US" dirty="0" err="1"/>
              <a:t>Torvaldsa</a:t>
            </a:r>
            <a:r>
              <a:rPr lang="en-US" dirty="0"/>
              <a:t> za </a:t>
            </a:r>
            <a:r>
              <a:rPr lang="en-US" dirty="0" err="1"/>
              <a:t>potrebe</a:t>
            </a:r>
            <a:r>
              <a:rPr lang="en-US" dirty="0"/>
              <a:t> </a:t>
            </a:r>
            <a:r>
              <a:rPr lang="en-US" dirty="0" err="1"/>
              <a:t>razvoja</a:t>
            </a:r>
            <a:r>
              <a:rPr lang="en-US" dirty="0"/>
              <a:t> </a:t>
            </a:r>
            <a:r>
              <a:rPr lang="en-US" dirty="0" err="1"/>
              <a:t>linux</a:t>
            </a:r>
            <a:r>
              <a:rPr lang="en-US" dirty="0"/>
              <a:t> </a:t>
            </a:r>
            <a:r>
              <a:rPr lang="en-US" dirty="0" err="1"/>
              <a:t>kernela</a:t>
            </a:r>
            <a:endParaRPr lang="en-US" dirty="0"/>
          </a:p>
          <a:p>
            <a:endParaRPr lang="en-US" dirty="0"/>
          </a:p>
          <a:p>
            <a:r>
              <a:rPr lang="en-US" dirty="0"/>
              <a:t>feature branching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68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buisness</a:t>
            </a:r>
            <a:r>
              <a:rPr lang="en-US" dirty="0"/>
              <a:t> </a:t>
            </a:r>
            <a:r>
              <a:rPr lang="en-US" dirty="0" err="1"/>
              <a:t>kriv</a:t>
            </a:r>
            <a:r>
              <a:rPr lang="en-US" dirty="0"/>
              <a:t> za tech debt, </a:t>
            </a:r>
            <a:r>
              <a:rPr lang="en-US" dirty="0" err="1"/>
              <a:t>niti</a:t>
            </a:r>
            <a:r>
              <a:rPr lang="en-US" dirty="0"/>
              <a:t> pm-</a:t>
            </a:r>
            <a:r>
              <a:rPr lang="en-US" dirty="0" err="1"/>
              <a:t>ovi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izbor</a:t>
            </a:r>
            <a:r>
              <a:rPr lang="en-US" dirty="0"/>
              <a:t> </a:t>
            </a:r>
            <a:r>
              <a:rPr lang="en-US" dirty="0" err="1"/>
              <a:t>nacina</a:t>
            </a:r>
            <a:r>
              <a:rPr lang="en-US" dirty="0"/>
              <a:t> </a:t>
            </a:r>
            <a:r>
              <a:rPr lang="en-US" dirty="0" err="1"/>
              <a:t>kolaboracije</a:t>
            </a:r>
            <a:endParaRPr lang="en-US" dirty="0"/>
          </a:p>
          <a:p>
            <a:endParaRPr lang="en-US" dirty="0"/>
          </a:p>
          <a:p>
            <a:r>
              <a:rPr lang="en-US" dirty="0"/>
              <a:t>TBD - </a:t>
            </a:r>
            <a:r>
              <a:rPr lang="en-US" dirty="0" err="1"/>
              <a:t>refaktorirali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usput</a:t>
            </a:r>
            <a:r>
              <a:rPr lang="en-US" dirty="0"/>
              <a:t> </a:t>
            </a:r>
            <a:r>
              <a:rPr lang="en-US" dirty="0" err="1"/>
              <a:t>golimu</a:t>
            </a:r>
            <a:r>
              <a:rPr lang="en-US" dirty="0"/>
              <a:t> </a:t>
            </a:r>
            <a:r>
              <a:rPr lang="en-US" dirty="0" err="1"/>
              <a:t>stvari</a:t>
            </a:r>
            <a:r>
              <a:rPr lang="en-US" dirty="0"/>
              <a:t>, </a:t>
            </a:r>
            <a:r>
              <a:rPr lang="en-US" dirty="0" err="1"/>
              <a:t>svaki</a:t>
            </a:r>
            <a:r>
              <a:rPr lang="en-US" dirty="0"/>
              <a:t> dan </a:t>
            </a:r>
            <a:r>
              <a:rPr lang="en-US" dirty="0" err="1"/>
              <a:t>ponesto</a:t>
            </a:r>
            <a:endParaRPr lang="en-US" dirty="0"/>
          </a:p>
          <a:p>
            <a:endParaRPr lang="en-US" dirty="0"/>
          </a:p>
          <a:p>
            <a:r>
              <a:rPr lang="en-US" dirty="0"/>
              <a:t>FB - </a:t>
            </a:r>
            <a:r>
              <a:rPr lang="en-US" dirty="0" err="1"/>
              <a:t>skoro</a:t>
            </a:r>
            <a:r>
              <a:rPr lang="en-US" dirty="0"/>
              <a:t> </a:t>
            </a:r>
            <a:r>
              <a:rPr lang="en-US" dirty="0" err="1"/>
              <a:t>nista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je </a:t>
            </a:r>
            <a:r>
              <a:rPr lang="en-US" dirty="0" err="1"/>
              <a:t>tesko</a:t>
            </a:r>
            <a:r>
              <a:rPr lang="en-US" dirty="0"/>
              <a:t> </a:t>
            </a:r>
            <a:r>
              <a:rPr lang="en-US" dirty="0" err="1"/>
              <a:t>reviewati</a:t>
            </a:r>
            <a:r>
              <a:rPr lang="en-US" dirty="0"/>
              <a:t>, </a:t>
            </a:r>
            <a:r>
              <a:rPr lang="en-US" dirty="0" err="1"/>
              <a:t>postoje</a:t>
            </a:r>
            <a:r>
              <a:rPr lang="en-US" dirty="0"/>
              <a:t> </a:t>
            </a:r>
            <a:r>
              <a:rPr lang="en-US" dirty="0" err="1"/>
              <a:t>pristupi</a:t>
            </a:r>
            <a:r>
              <a:rPr lang="en-US" dirty="0"/>
              <a:t> stack diffs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slicno</a:t>
            </a:r>
            <a:r>
              <a:rPr lang="en-US" dirty="0"/>
              <a:t>, </a:t>
            </a:r>
            <a:r>
              <a:rPr lang="en-US" dirty="0" err="1"/>
              <a:t>arlo</a:t>
            </a:r>
            <a:r>
              <a:rPr lang="en-US" dirty="0"/>
              <a:t> commit notation, stop the world refactoring, refactoring </a:t>
            </a:r>
            <a:r>
              <a:rPr lang="en-US" dirty="0" err="1"/>
              <a:t>i</a:t>
            </a:r>
            <a:r>
              <a:rPr lang="en-US" dirty="0"/>
              <a:t> new feature commits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46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request koji </a:t>
            </a:r>
            <a:r>
              <a:rPr lang="en-US" dirty="0" err="1"/>
              <a:t>ceka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review je </a:t>
            </a:r>
            <a:r>
              <a:rPr lang="en-US" dirty="0" err="1"/>
              <a:t>oportunitetni</a:t>
            </a:r>
            <a:r>
              <a:rPr lang="en-US" dirty="0"/>
              <a:t> </a:t>
            </a:r>
            <a:r>
              <a:rPr lang="en-US" dirty="0" err="1"/>
              <a:t>trosak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52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en-US" dirty="0" err="1"/>
              <a:t>suradnja</a:t>
            </a:r>
            <a:r>
              <a:rPr lang="en-US" dirty="0"/>
              <a:t> </a:t>
            </a:r>
            <a:r>
              <a:rPr lang="en-US" dirty="0" err="1"/>
              <a:t>moze</a:t>
            </a:r>
            <a:r>
              <a:rPr lang="en-US" dirty="0"/>
              <a:t> </a:t>
            </a:r>
            <a:r>
              <a:rPr lang="en-US" dirty="0" err="1"/>
              <a:t>postat</a:t>
            </a:r>
            <a:r>
              <a:rPr lang="en-US" dirty="0"/>
              <a:t> </a:t>
            </a:r>
            <a:r>
              <a:rPr lang="en-US" dirty="0" err="1"/>
              <a:t>natjecanje</a:t>
            </a:r>
            <a:r>
              <a:rPr lang="en-US" dirty="0"/>
              <a:t>, sprint u </a:t>
            </a:r>
            <a:r>
              <a:rPr lang="en-US" dirty="0" err="1"/>
              <a:t>kojem</a:t>
            </a:r>
            <a:r>
              <a:rPr lang="en-US" dirty="0"/>
              <a:t> </a:t>
            </a:r>
            <a:r>
              <a:rPr lang="en-US" dirty="0" err="1"/>
              <a:t>sprintamo</a:t>
            </a:r>
            <a:r>
              <a:rPr lang="en-US" dirty="0"/>
              <a:t> </a:t>
            </a:r>
            <a:r>
              <a:rPr lang="en-US" dirty="0" err="1"/>
              <a:t>jedni</a:t>
            </a:r>
            <a:r>
              <a:rPr lang="en-US" dirty="0"/>
              <a:t> </a:t>
            </a:r>
            <a:r>
              <a:rPr lang="en-US" dirty="0" err="1"/>
              <a:t>protiv</a:t>
            </a:r>
            <a:r>
              <a:rPr lang="en-US" dirty="0"/>
              <a:t> </a:t>
            </a:r>
            <a:r>
              <a:rPr lang="en-US" dirty="0" err="1"/>
              <a:t>drugih</a:t>
            </a:r>
            <a:r>
              <a:rPr lang="en-US" dirty="0"/>
              <a:t> ko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brze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02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it hurts do it more often, </a:t>
            </a:r>
          </a:p>
          <a:p>
            <a:endParaRPr lang="en-US" dirty="0"/>
          </a:p>
          <a:p>
            <a:r>
              <a:rPr lang="en-US" dirty="0"/>
              <a:t>then you will find a way to do it without it hurting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8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juniora</a:t>
            </a:r>
            <a:r>
              <a:rPr lang="en-US" dirty="0"/>
              <a:t>,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rade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legacy </a:t>
            </a:r>
            <a:r>
              <a:rPr lang="en-US" dirty="0" err="1"/>
              <a:t>projektu</a:t>
            </a:r>
            <a:r>
              <a:rPr lang="en-US" dirty="0"/>
              <a:t> koji mora bit </a:t>
            </a:r>
            <a:r>
              <a:rPr lang="en-US" dirty="0" err="1"/>
              <a:t>stalno</a:t>
            </a:r>
            <a:r>
              <a:rPr lang="en-US" dirty="0"/>
              <a:t> up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dosta</a:t>
            </a:r>
            <a:r>
              <a:rPr lang="en-US" dirty="0"/>
              <a:t> </a:t>
            </a:r>
            <a:r>
              <a:rPr lang="en-US" dirty="0" err="1"/>
              <a:t>prometa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zadovoljni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opusteni</a:t>
            </a:r>
            <a:r>
              <a:rPr lang="en-US" dirty="0"/>
              <a:t>, a mob </a:t>
            </a:r>
            <a:r>
              <a:rPr lang="en-US" dirty="0" err="1"/>
              <a:t>i</a:t>
            </a:r>
            <a:r>
              <a:rPr lang="en-US" dirty="0"/>
              <a:t> pair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druga</a:t>
            </a:r>
            <a:r>
              <a:rPr lang="en-US" dirty="0"/>
              <a:t> </a:t>
            </a:r>
            <a:r>
              <a:rPr lang="en-US" dirty="0" err="1"/>
              <a:t>prica</a:t>
            </a:r>
            <a:r>
              <a:rPr lang="en-US" dirty="0"/>
              <a:t>, o tom </a:t>
            </a:r>
            <a:r>
              <a:rPr lang="en-US" dirty="0" err="1"/>
              <a:t>ce</a:t>
            </a:r>
            <a:r>
              <a:rPr lang="en-US" dirty="0"/>
              <a:t> vise Marko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iducem</a:t>
            </a:r>
            <a:r>
              <a:rPr lang="en-US" dirty="0"/>
              <a:t> </a:t>
            </a:r>
            <a:r>
              <a:rPr lang="en-US" dirty="0" err="1"/>
              <a:t>predavanju</a:t>
            </a:r>
            <a:endParaRPr lang="en-US" dirty="0"/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vrti</a:t>
            </a:r>
            <a:r>
              <a:rPr lang="en-US" dirty="0"/>
              <a:t> </a:t>
            </a:r>
            <a:r>
              <a:rPr lang="en-US" dirty="0" err="1"/>
              <a:t>lokalno</a:t>
            </a:r>
            <a:r>
              <a:rPr lang="en-US" dirty="0"/>
              <a:t> </a:t>
            </a:r>
            <a:r>
              <a:rPr lang="en-US" dirty="0" err="1"/>
              <a:t>relevantne</a:t>
            </a:r>
            <a:r>
              <a:rPr lang="en-US" dirty="0"/>
              <a:t> </a:t>
            </a:r>
            <a:r>
              <a:rPr lang="en-US" dirty="0" err="1"/>
              <a:t>tetove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direkt</a:t>
            </a:r>
            <a:r>
              <a:rPr lang="en-US" dirty="0"/>
              <a:t> u master</a:t>
            </a:r>
          </a:p>
          <a:p>
            <a:endParaRPr lang="en-US" dirty="0"/>
          </a:p>
          <a:p>
            <a:r>
              <a:rPr lang="en-US" dirty="0"/>
              <a:t>4.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smislena</a:t>
            </a:r>
            <a:r>
              <a:rPr lang="en-US" dirty="0"/>
              <a:t> </a:t>
            </a:r>
            <a:r>
              <a:rPr lang="en-US" dirty="0" err="1"/>
              <a:t>promjena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ne </a:t>
            </a:r>
            <a:r>
              <a:rPr lang="en-US" dirty="0" err="1"/>
              <a:t>brejka</a:t>
            </a:r>
            <a:r>
              <a:rPr lang="en-US" dirty="0"/>
              <a:t> </a:t>
            </a:r>
            <a:r>
              <a:rPr lang="en-US" dirty="0" err="1"/>
              <a:t>funkcionalnost</a:t>
            </a:r>
            <a:r>
              <a:rPr lang="en-US" dirty="0"/>
              <a:t> ide u. master</a:t>
            </a:r>
          </a:p>
          <a:p>
            <a:endParaRPr lang="en-US" dirty="0"/>
          </a:p>
          <a:p>
            <a:r>
              <a:rPr lang="en-US" dirty="0"/>
              <a:t>7. slack </a:t>
            </a:r>
            <a:r>
              <a:rPr lang="en-US" dirty="0" err="1"/>
              <a:t>notifikacija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taga</a:t>
            </a:r>
            <a:endParaRPr lang="en-US" dirty="0"/>
          </a:p>
          <a:p>
            <a:endParaRPr lang="en-US" dirty="0"/>
          </a:p>
          <a:p>
            <a:r>
              <a:rPr lang="en-US" dirty="0"/>
              <a:t>8. </a:t>
            </a:r>
            <a:r>
              <a:rPr lang="en-US" dirty="0" err="1"/>
              <a:t>deployamo</a:t>
            </a:r>
            <a:r>
              <a:rPr lang="en-US" dirty="0"/>
              <a:t> </a:t>
            </a:r>
            <a:r>
              <a:rPr lang="en-US" dirty="0" err="1"/>
              <a:t>redovito</a:t>
            </a:r>
            <a:r>
              <a:rPr lang="en-US" dirty="0"/>
              <a:t>, </a:t>
            </a:r>
            <a:r>
              <a:rPr lang="en-US" dirty="0" err="1"/>
              <a:t>deployamo</a:t>
            </a:r>
            <a:r>
              <a:rPr lang="en-US" dirty="0"/>
              <a:t> </a:t>
            </a:r>
            <a:r>
              <a:rPr lang="en-US" dirty="0" err="1"/>
              <a:t>funkcionalnost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do </a:t>
            </a:r>
            <a:r>
              <a:rPr lang="en-US" dirty="0" err="1"/>
              <a:t>kraja</a:t>
            </a:r>
            <a:r>
              <a:rPr lang="en-US" dirty="0"/>
              <a:t> </a:t>
            </a:r>
            <a:r>
              <a:rPr lang="en-US" dirty="0" err="1"/>
              <a:t>gotova</a:t>
            </a:r>
            <a:endParaRPr lang="en-US" dirty="0"/>
          </a:p>
          <a:p>
            <a:endParaRPr lang="en-US" dirty="0"/>
          </a:p>
          <a:p>
            <a:r>
              <a:rPr lang="en-US" dirty="0"/>
              <a:t>9. </a:t>
            </a:r>
            <a:r>
              <a:rPr lang="en-US" dirty="0" err="1"/>
              <a:t>sto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nema</a:t>
            </a:r>
            <a:r>
              <a:rPr lang="en-US" dirty="0"/>
              <a:t> </a:t>
            </a:r>
            <a:r>
              <a:rPr lang="en-US" dirty="0" err="1"/>
              <a:t>moba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para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31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google, </a:t>
            </a:r>
            <a:r>
              <a:rPr lang="en-US" dirty="0" err="1"/>
              <a:t>netflix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facebook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za google </a:t>
            </a:r>
            <a:r>
              <a:rPr lang="en-US" dirty="0" err="1"/>
              <a:t>sam</a:t>
            </a:r>
            <a:r>
              <a:rPr lang="en-US" dirty="0"/>
              <a:t> </a:t>
            </a:r>
            <a:r>
              <a:rPr lang="en-US" dirty="0" err="1"/>
              <a:t>procitao</a:t>
            </a:r>
            <a:r>
              <a:rPr lang="en-US" dirty="0"/>
              <a:t> </a:t>
            </a:r>
            <a:r>
              <a:rPr lang="en-US" dirty="0" err="1"/>
              <a:t>detalje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mozda</a:t>
            </a:r>
            <a:r>
              <a:rPr lang="en-US" dirty="0"/>
              <a:t> google </a:t>
            </a:r>
            <a:r>
              <a:rPr lang="en-US" dirty="0" err="1"/>
              <a:t>zna</a:t>
            </a:r>
            <a:r>
              <a:rPr lang="en-US" dirty="0"/>
              <a:t> </a:t>
            </a:r>
            <a:r>
              <a:rPr lang="en-US" dirty="0" err="1"/>
              <a:t>sto</a:t>
            </a:r>
            <a:r>
              <a:rPr lang="en-US" dirty="0"/>
              <a:t> </a:t>
            </a:r>
            <a:r>
              <a:rPr lang="en-US" dirty="0" err="1"/>
              <a:t>radi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72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vezano</a:t>
            </a:r>
            <a:r>
              <a:rPr lang="en-US" dirty="0"/>
              <a:t> za refactor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nedovrsenu</a:t>
            </a:r>
            <a:r>
              <a:rPr lang="en-US" dirty="0"/>
              <a:t> </a:t>
            </a:r>
            <a:r>
              <a:rPr lang="en-US" dirty="0" err="1"/>
              <a:t>funkcionalnost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95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iskustvo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jednim</a:t>
            </a:r>
            <a:r>
              <a:rPr lang="en-US" dirty="0"/>
              <a:t> </a:t>
            </a:r>
            <a:r>
              <a:rPr lang="en-US" dirty="0" err="1"/>
              <a:t>timom</a:t>
            </a:r>
            <a:r>
              <a:rPr lang="en-US" dirty="0"/>
              <a:t> koji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mali</a:t>
            </a:r>
            <a:r>
              <a:rPr lang="en-US" dirty="0"/>
              <a:t> bug u </a:t>
            </a:r>
            <a:r>
              <a:rPr lang="en-US" dirty="0" err="1"/>
              <a:t>metrikama</a:t>
            </a:r>
            <a:r>
              <a:rPr lang="en-US" dirty="0"/>
              <a:t> koji se </a:t>
            </a:r>
            <a:r>
              <a:rPr lang="en-US" dirty="0" err="1"/>
              <a:t>manifestira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godisnje</a:t>
            </a:r>
            <a:r>
              <a:rPr lang="en-US" dirty="0"/>
              <a:t>, </a:t>
            </a:r>
            <a:r>
              <a:rPr lang="en-US" dirty="0" err="1"/>
              <a:t>inace</a:t>
            </a:r>
            <a:r>
              <a:rPr lang="en-US" dirty="0"/>
              <a:t> </a:t>
            </a:r>
            <a:r>
              <a:rPr lang="en-US" dirty="0" err="1"/>
              <a:t>odlican</a:t>
            </a:r>
            <a:r>
              <a:rPr lang="en-US" dirty="0"/>
              <a:t> </a:t>
            </a:r>
            <a:r>
              <a:rPr lang="en-US" dirty="0" err="1"/>
              <a:t>tim.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2DCBC-C060-E346-8962-51F710E9AAC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3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757E-B6DF-892F-1696-A678903DE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35251-6F97-FB71-B859-343CE2455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2219-B91F-1E21-AE0F-5C969BB80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D86E2-B33C-DD20-6918-7590EE756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FE2A0-A7E5-0ED7-621B-A2AE238A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4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81210-01AD-F684-DE69-A4D3C2A3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85BE5-0964-EDE7-AA1D-A43923171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D0DC1-4F44-B9DE-EAB7-E04D568F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CB1C5-9095-4617-E71D-E88DDF944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EB2DB-9A85-6822-65DE-43C51131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0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2C24-31DF-6868-3988-BBF965F5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E87A6-8AE6-515A-9477-63DB738F8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51889-A234-7589-AC62-698E3DD88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90F1A-1B0A-FB74-4602-E53F33D1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9D016-A412-6788-86D9-5D21BD50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99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FD34-ADD0-E968-6B1F-6F05D343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0365E-62B7-B92D-039D-38C5BDDEB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9723B-F09E-ADBA-5109-DC4C25C3F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C2B12-12C0-E518-2937-D1DABE5A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BFDDE-ACCE-E677-4D9C-3D4ABB06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BD916-A9B4-9B23-247D-CEE9CBFDD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9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636A3-DDF3-DDA4-7E3A-E20653194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F4132-F06A-1CDD-00A8-6EF0D1DCF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6A471-5C73-826D-3DDE-E15012AD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E782D-EB16-767B-1D67-005D8CC8C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25FE5-753C-91C0-EE7A-87F0F1BC8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A5B70F-ED7E-4934-4649-8DF7BD011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A7E064-4A48-5C47-E17C-590A7D57D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3EA14-9508-EDBA-05A5-67FAD68D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E2BA-F59B-E044-DC6D-8CA8379C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520D6-06E3-5211-10BB-9128728D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593FC-1BCC-26ED-322E-2517EF52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A2671-9C35-AE0D-EB6A-16117458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09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6C795E-6601-CC9D-5C7C-21857BF1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9C5EA7-62C8-A3A1-D8EC-BBC01EA5F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F7FF5-7438-A223-B636-97F8AEAE2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2AEE-2355-6440-E08E-0E8A3549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FD1E6-82BB-F2F5-DB19-DDAF706C6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E8E2A-A268-5BBE-EFC3-7549D154F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D7D8C-19FF-74B0-71B4-BE2C7B265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9FC28-BF1E-1547-EFA3-B25CB8572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B642D-EB2A-8477-78F0-D8B096D9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41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A2806-1D5C-0EB8-54BF-AE2AE909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C44B3B-4658-C176-9260-880DAAA95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2B4D-C9FB-9E35-533C-AFB0190B6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BC37B-9D2E-4FC8-0E02-73B49FC3E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FD883-C848-C503-8694-EE2D2352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06F1C-724B-B0F0-AC56-C0E2554BF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2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3F7A-FC45-DC48-30B6-BF88E44D6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612B78-329E-090D-0C57-F01716D29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4608-D787-BA12-E480-2B49096F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D60C9-F0A4-11F0-3BD4-D060E33B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3DAB2-A01A-E8C7-98CF-192443285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4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DF719D-34CC-7E45-6FAA-04B637D78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F7DFF-6E62-3BE9-1262-C702A2F38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60D57-B9FC-8A23-18EF-1A245B18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AA0E7-271A-C4E0-53B2-18F33545E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A7C93-A800-02C7-F273-0586A04E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1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4DB55-F56A-DA2F-22C8-4B7C5925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9DEE0-150D-6306-05D9-5434A99B5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BC96B-9757-1068-809B-398019891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B8EDB-CF3C-C44A-92EF-5BA3032A399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9A9A9-77EB-8C0E-C8EE-789883DBD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1E4F4-C93C-5862-09E1-A13A9DB33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6CEA6C-F36A-1144-9D1F-404DB41F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1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ra.dev/research/2016/2016-state-of-devops-report.pdf#page=31" TargetMode="External"/><Relationship Id="rId2" Type="http://schemas.openxmlformats.org/officeDocument/2006/relationships/hyperlink" Target="https://dora.dev/capabilities/trunk-based-developmen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ra.dev/research/2017/2017-state-of-devops-report.pdf#page=40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q.com/articles/co-creation-patterns-software-development/" TargetMode="External"/><Relationship Id="rId2" Type="http://schemas.openxmlformats.org/officeDocument/2006/relationships/hyperlink" Target="https://dora.dev/capabilities/trunk-based-developmen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inkinglabs.io/articles/2022/02/22/on-the-evilness-of-feature-branching-but-compliance.html" TargetMode="External"/><Relationship Id="rId5" Type="http://schemas.openxmlformats.org/officeDocument/2006/relationships/hyperlink" Target="https://www.linkedin.com/pulse/how-easy-trunk-based-development-martin-mortensen-16tgf" TargetMode="External"/><Relationship Id="rId4" Type="http://schemas.openxmlformats.org/officeDocument/2006/relationships/hyperlink" Target="https://thinkinglabs.io/articles/2021/04/26/on-the-evilness-of-feature-branching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B365-7037-B672-396F-39B1DAD59D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Trunk-Based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2DBD8-E4E6-DAFA-D647-45003FFE4D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just push straight to master</a:t>
            </a:r>
          </a:p>
        </p:txBody>
      </p:sp>
    </p:spTree>
    <p:extLst>
      <p:ext uri="{BB962C8B-B14F-4D97-AF65-F5344CB8AC3E}">
        <p14:creationId xmlns:p14="http://schemas.microsoft.com/office/powerpoint/2010/main" val="4267449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1985-1CF0-F85D-C5A9-DE29C9946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Thank you for your attention!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9C897-C74E-22C5-7FE2-341599189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60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735649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EC9F-097D-74C6-65AC-1A1B7BC5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Deployed code makes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4736-CF86-4984-B557-B6E9B029C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314" y="1814739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You have some code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build it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deploy it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make it available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Users interact with it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Profit ?</a:t>
            </a:r>
          </a:p>
        </p:txBody>
      </p:sp>
    </p:spTree>
    <p:extLst>
      <p:ext uri="{BB962C8B-B14F-4D97-AF65-F5344CB8AC3E}">
        <p14:creationId xmlns:p14="http://schemas.microsoft.com/office/powerpoint/2010/main" val="189501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43EC-EB0C-CEFE-3FA7-FE942219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Deployed code needs to be changed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1853A-58FA-0C3F-677A-C799BD37F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Add new feature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Remove a feature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Bugfix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Performance improvement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Configuration change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12732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558D6-8AC4-51E3-C4AA-46881D466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change should be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3D75C-8ADB-BCA9-66F1-46647066B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is quick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is safe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002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78AF-32D7-309D-9894-CEF38B1F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should not make developers cry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CCA38-517C-D41B-D0AE-C6D4EB3E9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It can be stressful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can cause fatigue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can cause burnout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can lower job satisfaction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Profit? </a:t>
            </a:r>
          </a:p>
        </p:txBody>
      </p:sp>
    </p:spTree>
    <p:extLst>
      <p:ext uri="{BB962C8B-B14F-4D97-AF65-F5344CB8AC3E}">
        <p14:creationId xmlns:p14="http://schemas.microsoft.com/office/powerpoint/2010/main" val="364096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D77A-BDCB-0438-484E-792209EFB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Continuous Integration?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28792-02A2-3D27-4AFC-DC2ABD6F5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Changes are </a:t>
            </a:r>
            <a:r>
              <a:rPr lang="en-US" b="1" dirty="0"/>
              <a:t>integrated</a:t>
            </a:r>
            <a:r>
              <a:rPr lang="en-US" dirty="0"/>
              <a:t> to mainline (main, master, trunk)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Changes are integrated </a:t>
            </a:r>
            <a:r>
              <a:rPr lang="en-US" b="1" dirty="0"/>
              <a:t>continuously</a:t>
            </a:r>
          </a:p>
        </p:txBody>
      </p:sp>
    </p:spTree>
    <p:extLst>
      <p:ext uri="{BB962C8B-B14F-4D97-AF65-F5344CB8AC3E}">
        <p14:creationId xmlns:p14="http://schemas.microsoft.com/office/powerpoint/2010/main" val="2869086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4884-14F5-84C9-4A82-AD40637F1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Continuous Integration?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29621-FBD6-6F35-4C18-A967E90C0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All code is in version control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Changes are integrated every day (merged to master </a:t>
            </a:r>
            <a:r>
              <a:rPr lang="en-US" b="1" dirty="0"/>
              <a:t>at least once a day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Automated test run on every merge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the build fails all the work stops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New work does not break delivered work</a:t>
            </a:r>
          </a:p>
        </p:txBody>
      </p:sp>
    </p:spTree>
    <p:extLst>
      <p:ext uri="{BB962C8B-B14F-4D97-AF65-F5344CB8AC3E}">
        <p14:creationId xmlns:p14="http://schemas.microsoft.com/office/powerpoint/2010/main" val="2028990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648EA-ED17-632A-26F6-DCF7FE309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feature branching?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8A493-7EE2-66D9-6995-64C25EFAA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Feature Branching is a practice where people do not merge their code into mainline until the feature they are working on is ”done” (but not yet “done done”).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- Jez Humble</a:t>
            </a:r>
          </a:p>
        </p:txBody>
      </p:sp>
    </p:spTree>
    <p:extLst>
      <p:ext uri="{BB962C8B-B14F-4D97-AF65-F5344CB8AC3E}">
        <p14:creationId xmlns:p14="http://schemas.microsoft.com/office/powerpoint/2010/main" val="134390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8BBD-FF18-139D-2920-191588D3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feature branching?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140DFD-7783-5CEC-0DBF-7418864765B0}"/>
                  </a:ext>
                </a:extLst>
              </p14:cNvPr>
              <p14:cNvContentPartPr/>
              <p14:nvPr/>
            </p14:nvContentPartPr>
            <p14:xfrm>
              <a:off x="2985789" y="1253535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140DFD-7783-5CEC-0DBF-7418864765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9669" y="124741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ight Arrow 8">
            <a:extLst>
              <a:ext uri="{FF2B5EF4-FFF2-40B4-BE49-F238E27FC236}">
                <a16:creationId xmlns:a16="http://schemas.microsoft.com/office/drawing/2014/main" id="{757D0788-2E9E-5C74-23EF-76980EAB0801}"/>
              </a:ext>
            </a:extLst>
          </p:cNvPr>
          <p:cNvSpPr/>
          <p:nvPr/>
        </p:nvSpPr>
        <p:spPr>
          <a:xfrm>
            <a:off x="2015412" y="4806200"/>
            <a:ext cx="5047861" cy="18567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Master</a:t>
            </a:r>
          </a:p>
        </p:txBody>
      </p:sp>
      <p:sp>
        <p:nvSpPr>
          <p:cNvPr id="11" name="Bent Arrow 10">
            <a:extLst>
              <a:ext uri="{FF2B5EF4-FFF2-40B4-BE49-F238E27FC236}">
                <a16:creationId xmlns:a16="http://schemas.microsoft.com/office/drawing/2014/main" id="{C7F8F86F-8A4D-C9F0-1B7C-C45A13FEA141}"/>
              </a:ext>
            </a:extLst>
          </p:cNvPr>
          <p:cNvSpPr/>
          <p:nvPr/>
        </p:nvSpPr>
        <p:spPr>
          <a:xfrm>
            <a:off x="2509935" y="1620535"/>
            <a:ext cx="6157124" cy="325581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Alice: Branch A</a:t>
            </a:r>
          </a:p>
        </p:txBody>
      </p:sp>
      <p:sp>
        <p:nvSpPr>
          <p:cNvPr id="13" name="Bent Arrow 12">
            <a:extLst>
              <a:ext uri="{FF2B5EF4-FFF2-40B4-BE49-F238E27FC236}">
                <a16:creationId xmlns:a16="http://schemas.microsoft.com/office/drawing/2014/main" id="{F3469A4C-83AF-0741-43F4-660FC04EF354}"/>
              </a:ext>
            </a:extLst>
          </p:cNvPr>
          <p:cNvSpPr/>
          <p:nvPr/>
        </p:nvSpPr>
        <p:spPr>
          <a:xfrm>
            <a:off x="6096000" y="3957560"/>
            <a:ext cx="4320073" cy="92466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Bob: Branch B</a:t>
            </a:r>
          </a:p>
        </p:txBody>
      </p:sp>
    </p:spTree>
    <p:extLst>
      <p:ext uri="{BB962C8B-B14F-4D97-AF65-F5344CB8AC3E}">
        <p14:creationId xmlns:p14="http://schemas.microsoft.com/office/powerpoint/2010/main" val="3118187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7F97-C096-0D03-18EF-2C215EA28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Branching – everyone is doing 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09E95-E0BA-B4BC-8F45-A6B0DF4AA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Open-source project contributors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8FFF6-8653-1FCF-7684-462CDD0CB0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don’t know each other</a:t>
            </a:r>
          </a:p>
          <a:p>
            <a:pPr marL="514350" indent="-514350">
              <a:buAutoNum type="arabicPeriod"/>
            </a:pPr>
            <a:r>
              <a:rPr lang="en-US" dirty="0"/>
              <a:t>don’t trust each other</a:t>
            </a:r>
          </a:p>
          <a:p>
            <a:pPr marL="514350" indent="-514350">
              <a:buAutoNum type="arabicPeriod"/>
            </a:pPr>
            <a:r>
              <a:rPr lang="en-US" dirty="0"/>
              <a:t>usually don’t talk to one another directly</a:t>
            </a:r>
          </a:p>
          <a:p>
            <a:pPr marL="514350" indent="-514350">
              <a:buAutoNum type="arabicPeriod"/>
            </a:pPr>
            <a:r>
              <a:rPr lang="en-US" dirty="0"/>
              <a:t>don’t get alerts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E7B24-D958-BA9F-5F33-C53234938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Enterprise project contributors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E55496-D30A-BD9C-57BC-627F780B1E1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drink coffee and go to lunch together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should trust each other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can talk to one another directly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get alerts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986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68BE-1649-480F-9C5D-2CA63172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Branching lowers quality</a:t>
            </a:r>
          </a:p>
        </p:txBody>
      </p:sp>
      <p:pic>
        <p:nvPicPr>
          <p:cNvPr id="9" name="Content Placeholder 8" descr="Cartoon person in a suit and tie&#10;&#10;AI-generated content may be incorrect.">
            <a:extLst>
              <a:ext uri="{FF2B5EF4-FFF2-40B4-BE49-F238E27FC236}">
                <a16:creationId xmlns:a16="http://schemas.microsoft.com/office/drawing/2014/main" id="{B34FF948-0F41-B417-D75E-30D5C1307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964" y="2063636"/>
            <a:ext cx="4743706" cy="3411877"/>
          </a:xfrm>
        </p:spPr>
      </p:pic>
      <p:pic>
        <p:nvPicPr>
          <p:cNvPr id="11" name="Picture 10" descr="Cartoon person in a suit&#10;&#10;AI-generated content may be incorrect.">
            <a:extLst>
              <a:ext uri="{FF2B5EF4-FFF2-40B4-BE49-F238E27FC236}">
                <a16:creationId xmlns:a16="http://schemas.microsoft.com/office/drawing/2014/main" id="{A853B64D-D3D8-CA53-4C4D-EF045F516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82799"/>
            <a:ext cx="5101722" cy="341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39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BA1C-0BB6-7ACA-29C9-B3B6E878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Branching lowers quality</a:t>
            </a:r>
          </a:p>
        </p:txBody>
      </p:sp>
      <p:pic>
        <p:nvPicPr>
          <p:cNvPr id="9" name="Content Placeholder 8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EC23D36F-D437-3E9C-70BC-BC336686E3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921" y="1690688"/>
            <a:ext cx="7261679" cy="4249648"/>
          </a:xfrm>
        </p:spPr>
      </p:pic>
    </p:spTree>
    <p:extLst>
      <p:ext uri="{BB962C8B-B14F-4D97-AF65-F5344CB8AC3E}">
        <p14:creationId xmlns:p14="http://schemas.microsoft.com/office/powerpoint/2010/main" val="2772304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4D2B9-71F5-779A-78E0-D43CAD62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Branching lowers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F6019-17FE-C25E-D606-F7019DE91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Feature branching discourages refactoring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E2DA2955-E8E5-DEBA-52FC-95A49FEA3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648" y="2856721"/>
            <a:ext cx="8609952" cy="320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2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3287-B7DB-296F-9A92-FCCFF943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Branching slows you down</a:t>
            </a:r>
          </a:p>
        </p:txBody>
      </p:sp>
      <p:pic>
        <p:nvPicPr>
          <p:cNvPr id="5" name="Content Placeholder 4" descr="A person in red shirt and red cap giving a sign to a bear&#10;&#10;AI-generated content may be incorrect.">
            <a:extLst>
              <a:ext uri="{FF2B5EF4-FFF2-40B4-BE49-F238E27FC236}">
                <a16:creationId xmlns:a16="http://schemas.microsoft.com/office/drawing/2014/main" id="{753ADF0D-DA39-BF2A-6686-2F5472178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83428" y="1977171"/>
            <a:ext cx="4757057" cy="3989304"/>
          </a:xfrm>
        </p:spPr>
      </p:pic>
    </p:spTree>
    <p:extLst>
      <p:ext uri="{BB962C8B-B14F-4D97-AF65-F5344CB8AC3E}">
        <p14:creationId xmlns:p14="http://schemas.microsoft.com/office/powerpoint/2010/main" val="2029479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FCB2-FAAE-A4F1-3D0F-021D93DF3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Branching slows you down</a:t>
            </a:r>
          </a:p>
        </p:txBody>
      </p:sp>
      <p:pic>
        <p:nvPicPr>
          <p:cNvPr id="5" name="Content Placeholder 4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FC979A11-C135-774A-1A05-25139C8B1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5755" y="1690687"/>
            <a:ext cx="7042901" cy="4350883"/>
          </a:xfrm>
        </p:spPr>
      </p:pic>
    </p:spTree>
    <p:extLst>
      <p:ext uri="{BB962C8B-B14F-4D97-AF65-F5344CB8AC3E}">
        <p14:creationId xmlns:p14="http://schemas.microsoft.com/office/powerpoint/2010/main" val="431399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FDEA6-3E8A-7C1B-68B0-9014934E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branching slows you down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24875D-8694-F6A9-ADB1-AF97E1E30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3629" y="1958150"/>
            <a:ext cx="9590314" cy="4063228"/>
          </a:xfrm>
        </p:spPr>
      </p:pic>
    </p:spTree>
    <p:extLst>
      <p:ext uri="{BB962C8B-B14F-4D97-AF65-F5344CB8AC3E}">
        <p14:creationId xmlns:p14="http://schemas.microsoft.com/office/powerpoint/2010/main" val="1086415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A0C2-2518-A186-FE16-3F55BD05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Branching has ”benefits”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4FBBE-1508-6BA8-A917-604431F5C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Individual goes faster, but team goes slower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don’t have to talk to people -&gt; less social anxiety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Sometimes you get to work on coolest ticket by yourself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can hide your progress, so you can chill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can blame the delay on reviewers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can appreciate the memes more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Not sharing knowledge is a competitive advantage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565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9A0E0-17E9-B398-8BF8-A92E3491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Trunk-Based Development?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677EF-E21F-4907-579D-E1213BBB4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 … each developer divides their own work into </a:t>
            </a:r>
            <a:r>
              <a:rPr lang="en-US" b="1" i="1" dirty="0"/>
              <a:t>small batches </a:t>
            </a:r>
            <a:r>
              <a:rPr lang="en-US" i="1" dirty="0"/>
              <a:t>and merges that work into trunk </a:t>
            </a:r>
            <a:r>
              <a:rPr lang="en-US" b="1" i="1" dirty="0"/>
              <a:t>at least once </a:t>
            </a:r>
            <a:r>
              <a:rPr lang="en-US" i="1" dirty="0"/>
              <a:t>(and potentially several times) </a:t>
            </a:r>
            <a:r>
              <a:rPr lang="en-US" b="1" i="1" dirty="0"/>
              <a:t>a day </a:t>
            </a:r>
            <a:r>
              <a:rPr lang="en-US" i="1" dirty="0"/>
              <a:t>… the key </a:t>
            </a:r>
            <a:r>
              <a:rPr lang="en-US" b="1" i="1" dirty="0"/>
              <a:t>difference is scope</a:t>
            </a:r>
            <a:r>
              <a:rPr lang="en-US" i="1" dirty="0"/>
              <a:t>. Feature branches typically involve multiple developers and take days or even weeks of work. In contrast, branches in trunk-based development typically last no more than a few hours, with many developers merging their individual changes into trunk frequently.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 	- </a:t>
            </a:r>
            <a:r>
              <a:rPr lang="en-US" dirty="0" err="1"/>
              <a:t>dora.dev</a:t>
            </a:r>
            <a:endParaRPr lang="en-US" dirty="0"/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36482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75493-6518-7303-2E60-B2DFA2F65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Trunk-Based Development is safe when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033FF-1AEC-F9DA-C8F8-0AEB176BC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there are a lot of automated tests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 tests run on every commit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commits are small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build is fast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tests can run locally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build is never broken (longer than 10 minutes)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mainline is always in releasable state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team communicates a lot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tasks are small and well defined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839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1A4AF-7A6D-C4A3-C0B7-4BF5B06B1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do Trunk-Based Development?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83D7-DFAE-EA75-D817-5C7B755FD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91199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Most of the code is written in pair or mob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commit straight to master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write tests first (Test Driven Development)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Commits are very small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tests are automatically run on each push to origin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pipeline runs all tests, static code analysis, security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fix forward: if the build is broken we stop what we are doing and fix it immediately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deploy daily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do post-merge code reviews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121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5A72-A3DD-B085-D7BE-A9ADB7DE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Google does it?</a:t>
            </a:r>
          </a:p>
        </p:txBody>
      </p:sp>
      <p:pic>
        <p:nvPicPr>
          <p:cNvPr id="5" name="Content Placeholder 4" descr="A sign with a arrow pointing to a branch&#10;&#10;AI-generated content may be incorrect.">
            <a:extLst>
              <a:ext uri="{FF2B5EF4-FFF2-40B4-BE49-F238E27FC236}">
                <a16:creationId xmlns:a16="http://schemas.microsoft.com/office/drawing/2014/main" id="{53809C51-354A-F2EF-572F-BC1214895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62150" y="3089096"/>
            <a:ext cx="8267700" cy="2374900"/>
          </a:xfrm>
        </p:spPr>
      </p:pic>
    </p:spTree>
    <p:extLst>
      <p:ext uri="{BB962C8B-B14F-4D97-AF65-F5344CB8AC3E}">
        <p14:creationId xmlns:p14="http://schemas.microsoft.com/office/powerpoint/2010/main" val="905371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FCE1-3906-5FD2-D05B-EB2018AA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don’t need to break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2FBEC-EBAA-9514-700C-8C9FB619B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Feature toggles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in test code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Copy and replace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Branch by abstraction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581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DD27-953F-5DDA-F8CD-7EA0ADE8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fix stuff faster</a:t>
            </a:r>
          </a:p>
        </p:txBody>
      </p:sp>
      <p:pic>
        <p:nvPicPr>
          <p:cNvPr id="5" name="Content Placeholder 4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E1024270-52EF-38C6-0859-889B99649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51238" y="1606882"/>
            <a:ext cx="4284451" cy="4570081"/>
          </a:xfrm>
        </p:spPr>
      </p:pic>
    </p:spTree>
    <p:extLst>
      <p:ext uri="{BB962C8B-B14F-4D97-AF65-F5344CB8AC3E}">
        <p14:creationId xmlns:p14="http://schemas.microsoft.com/office/powerpoint/2010/main" val="1045525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1B15-7370-FCA3-70A9-027FED9CE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fix stuff faster</a:t>
            </a:r>
          </a:p>
        </p:txBody>
      </p:sp>
      <p:pic>
        <p:nvPicPr>
          <p:cNvPr id="5" name="Content Placeholder 4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3F464F62-64A5-7FDF-554F-D2F22F43F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4724" y="1690688"/>
            <a:ext cx="5089471" cy="4486275"/>
          </a:xfrm>
        </p:spPr>
      </p:pic>
    </p:spTree>
    <p:extLst>
      <p:ext uri="{BB962C8B-B14F-4D97-AF65-F5344CB8AC3E}">
        <p14:creationId xmlns:p14="http://schemas.microsoft.com/office/powerpoint/2010/main" val="3766406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A0491-93BD-6FC9-F6CC-354F1299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Trunk-Based works, says who?!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ADD99-AEE4-331C-1CCD-B84E03284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https://dora.dev/capabilities/trunk-based-development/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(State of the DevOps Report)</a:t>
            </a:r>
          </a:p>
          <a:p>
            <a:r>
              <a:rPr lang="en-US" dirty="0"/>
              <a:t>Analysis of DORA data from </a:t>
            </a:r>
            <a:r>
              <a:rPr lang="en-US" dirty="0">
                <a:hlinkClick r:id="rId3"/>
              </a:rPr>
              <a:t>2016</a:t>
            </a:r>
            <a:r>
              <a:rPr lang="en-US" dirty="0"/>
              <a:t> (PDF) and </a:t>
            </a:r>
            <a:r>
              <a:rPr lang="en-US" dirty="0">
                <a:hlinkClick r:id="rId4"/>
              </a:rPr>
              <a:t>2017</a:t>
            </a:r>
            <a:r>
              <a:rPr lang="en-US" dirty="0"/>
              <a:t> (PDF) shows that teams achieve higher levels of software delivery and operational performance (delivery speed, stability, and availability) if they follow these practices:</a:t>
            </a:r>
          </a:p>
          <a:p>
            <a:r>
              <a:rPr lang="en-US" dirty="0"/>
              <a:t>Have three or fewer active branches in the application’s code repository.</a:t>
            </a:r>
          </a:p>
          <a:p>
            <a:r>
              <a:rPr lang="en-US" dirty="0"/>
              <a:t>Merge branches to trunk at least once a day.</a:t>
            </a:r>
          </a:p>
          <a:p>
            <a:r>
              <a:rPr lang="en-US" dirty="0"/>
              <a:t>Don’t have code freezes and don’t have integration phases.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19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EAB5-1B19-30B0-DCCA-703F8B5B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Trunk-Based is not insane, says who?!</a:t>
            </a:r>
          </a:p>
        </p:txBody>
      </p:sp>
      <p:pic>
        <p:nvPicPr>
          <p:cNvPr id="5" name="Content Placeholder 4" descr="A cover of a book&#10;&#10;AI-generated content may be incorrect.">
            <a:extLst>
              <a:ext uri="{FF2B5EF4-FFF2-40B4-BE49-F238E27FC236}">
                <a16:creationId xmlns:a16="http://schemas.microsoft.com/office/drawing/2014/main" id="{C16F4FD8-9203-1B78-5F0A-261B95BE0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350" y="2032000"/>
            <a:ext cx="2439703" cy="365125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3FEF6A-D99D-7A89-4E36-243396CD405D}"/>
              </a:ext>
            </a:extLst>
          </p:cNvPr>
          <p:cNvSpPr txBox="1"/>
          <p:nvPr/>
        </p:nvSpPr>
        <p:spPr>
          <a:xfrm>
            <a:off x="3870885" y="2551837"/>
            <a:ext cx="62061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Noto serif" panose="02020600060500020200" pitchFamily="18" charset="0"/>
              </a:rPr>
              <a:t>One of the capabilities that are highly correlated with accelerated engineering velocity is </a:t>
            </a:r>
            <a:r>
              <a:rPr lang="en-US" b="1" i="0" dirty="0">
                <a:solidFill>
                  <a:srgbClr val="222222"/>
                </a:solidFill>
                <a:effectLst/>
                <a:latin typeface="Noto serif" panose="02020600060500020200" pitchFamily="18" charset="0"/>
              </a:rPr>
              <a:t>trunk-based development</a:t>
            </a:r>
            <a:r>
              <a:rPr lang="en-US" b="0" i="0" dirty="0">
                <a:solidFill>
                  <a:srgbClr val="222222"/>
                </a:solidFill>
                <a:effectLst/>
                <a:latin typeface="Noto serif" panose="02020600060500020200" pitchFamily="18" charset="0"/>
              </a:rPr>
              <a:t> (also known as </a:t>
            </a:r>
            <a:r>
              <a:rPr lang="en-US" b="1" i="0" dirty="0">
                <a:solidFill>
                  <a:srgbClr val="222222"/>
                </a:solidFill>
                <a:effectLst/>
                <a:latin typeface="Noto serif" panose="02020600060500020200" pitchFamily="18" charset="0"/>
              </a:rPr>
              <a:t>TBD</a:t>
            </a:r>
            <a:r>
              <a:rPr lang="en-US" b="0" i="0" dirty="0">
                <a:solidFill>
                  <a:srgbClr val="222222"/>
                </a:solidFill>
                <a:effectLst/>
                <a:latin typeface="Noto serif" panose="02020600060500020200" pitchFamily="18" charset="0"/>
              </a:rPr>
              <a:t>). High-performing teams have fewer than three active branches at any time, and their branches have a short lifetime (less than a day) before being merged into the main branch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501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A1977-2530-6EC8-F489-54043980C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Trunk-Based is based, trust me bro</a:t>
            </a:r>
          </a:p>
        </p:txBody>
      </p:sp>
      <p:pic>
        <p:nvPicPr>
          <p:cNvPr id="5" name="Content Placeholder 4" descr="A book cover with a bridge and text&#10;&#10;AI-generated content may be incorrect.">
            <a:extLst>
              <a:ext uri="{FF2B5EF4-FFF2-40B4-BE49-F238E27FC236}">
                <a16:creationId xmlns:a16="http://schemas.microsoft.com/office/drawing/2014/main" id="{663BCB36-48F0-05B8-7DC7-621FF7B04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385" y="1690688"/>
            <a:ext cx="2940609" cy="384696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1C7C35-E62A-0BCC-F8AF-33D179674C4C}"/>
              </a:ext>
            </a:extLst>
          </p:cNvPr>
          <p:cNvSpPr txBox="1"/>
          <p:nvPr/>
        </p:nvSpPr>
        <p:spPr>
          <a:xfrm>
            <a:off x="4728950" y="2510335"/>
            <a:ext cx="50308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21D1F"/>
                </a:solidFill>
                <a:latin typeface="Inter"/>
              </a:rPr>
              <a:t>”</a:t>
            </a:r>
            <a:r>
              <a:rPr lang="en-US" b="1" i="0" dirty="0">
                <a:solidFill>
                  <a:srgbClr val="221D1F"/>
                </a:solidFill>
                <a:effectLst/>
                <a:latin typeface="Inter"/>
              </a:rPr>
              <a:t>(Mainline development) is an extremely effective way of developing, and the only one which enables you to perform continuous integration.”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60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49637-5A98-CF50-C2CF-AD33AD85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branching vs Trunk-Based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068DE-227D-3DCB-DEE4-13758812EA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Delays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Hides work in progress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Smaller number of big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Harder to revert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Lower throughput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Prevents refactoring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7E76A-80AD-8BAB-1E35-F8094A1314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Frequent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Makes work in progress visible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Many small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Easy to revert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Higher throughput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Encourages refactoring</a:t>
            </a:r>
          </a:p>
        </p:txBody>
      </p:sp>
    </p:spTree>
    <p:extLst>
      <p:ext uri="{BB962C8B-B14F-4D97-AF65-F5344CB8AC3E}">
        <p14:creationId xmlns:p14="http://schemas.microsoft.com/office/powerpoint/2010/main" val="3164253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873C-D957-9750-802F-7C61ACC75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EBE1F-9BF1-B6C9-854F-36EF54DDD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https://dora.dev/capabilities/trunk-based-development/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3"/>
              </a:rPr>
              <a:t>https://www.infoq.com/articles/co-creation-patterns-software-development/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4"/>
              </a:rPr>
              <a:t>https://thinkinglabs.io/articles/2021/04/26/on-the-evilness-of-feature-branching.html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5"/>
              </a:rPr>
              <a:t>https://www.linkedin.com/pulse/how-easy-trunk-based-development-martin-mortensen-16tgf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Compliance: </a:t>
            </a:r>
            <a:r>
              <a:rPr lang="en-US" dirty="0">
                <a:hlinkClick r:id="rId6"/>
              </a:rPr>
              <a:t>https://thinkinglabs.io/articles/2022/02/22/on-the-evilness-of-feature-branching-but-compliance.html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229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da49cf-0d13-4dcf-95b6-146aa1488629}" enabled="1" method="Privileged" siteId="{f7ef0a86-3179-47cc-8497-f3b5dd0d29f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1316</Words>
  <Application>Microsoft Macintosh PowerPoint</Application>
  <PresentationFormat>Widescreen</PresentationFormat>
  <Paragraphs>219</Paragraphs>
  <Slides>30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Courier New</vt:lpstr>
      <vt:lpstr>Inter</vt:lpstr>
      <vt:lpstr>Noto serif</vt:lpstr>
      <vt:lpstr>Office Theme</vt:lpstr>
      <vt:lpstr>Trunk-Based Development</vt:lpstr>
      <vt:lpstr>Thank you for your attention!</vt:lpstr>
      <vt:lpstr>Deployed code makes money</vt:lpstr>
      <vt:lpstr>Deployed code needs to be changed</vt:lpstr>
      <vt:lpstr>The change should be good</vt:lpstr>
      <vt:lpstr>Change should not make developers cry</vt:lpstr>
      <vt:lpstr>What is Continuous Integration?</vt:lpstr>
      <vt:lpstr>What is Continuous Integration?</vt:lpstr>
      <vt:lpstr>What is feature branching?</vt:lpstr>
      <vt:lpstr>What is feature branching?</vt:lpstr>
      <vt:lpstr>Feature Branching – everyone is doing it</vt:lpstr>
      <vt:lpstr>Feature Branching lowers quality</vt:lpstr>
      <vt:lpstr>Feature Branching lowers quality</vt:lpstr>
      <vt:lpstr>Feature Branching lowers quality</vt:lpstr>
      <vt:lpstr>Feature Branching slows you down</vt:lpstr>
      <vt:lpstr>Feature Branching slows you down</vt:lpstr>
      <vt:lpstr>Feature branching slows you down</vt:lpstr>
      <vt:lpstr>Feature Branching has ”benefits”</vt:lpstr>
      <vt:lpstr>What is Trunk-Based Development?</vt:lpstr>
      <vt:lpstr>Trunk-Based Development is safe when</vt:lpstr>
      <vt:lpstr>How we do Trunk-Based Development?</vt:lpstr>
      <vt:lpstr>How Google does it?</vt:lpstr>
      <vt:lpstr>You don’t need to break stuff</vt:lpstr>
      <vt:lpstr>You can fix stuff faster</vt:lpstr>
      <vt:lpstr>You can fix stuff faster</vt:lpstr>
      <vt:lpstr>Trunk-Based works, says who?!</vt:lpstr>
      <vt:lpstr>Trunk-Based is not insane, says who?!</vt:lpstr>
      <vt:lpstr>Trunk-Based is based, trust me bro</vt:lpstr>
      <vt:lpstr>Feature branching vs Trunk-Based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Hrvoje Rancic</dc:creator>
  <cp:lastModifiedBy>Hrvoje Rancic</cp:lastModifiedBy>
  <cp:revision>1</cp:revision>
  <dcterms:created xsi:type="dcterms:W3CDTF">2026-01-10T18:32:34Z</dcterms:created>
  <dcterms:modified xsi:type="dcterms:W3CDTF">2026-01-12T16:24:08Z</dcterms:modified>
</cp:coreProperties>
</file>